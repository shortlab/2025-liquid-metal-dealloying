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130" y="-16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72F4C-025F-9863-FBC9-BAFA91F7DB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8FE7E7-8A37-6BB4-7DC2-7BBEF4C2E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027E5-A9EC-A4C2-24A7-7AB08BC0A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D072D-4913-43E3-82EA-1262D7184B0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B01F01-A7DF-D641-F1B6-F217C636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ED36D-D55A-AE6D-23AB-E2D9F38B6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58EBD-F390-415C-BB29-9FC0B0922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782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1B745-AF44-370A-2686-3F5E8B418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5E326-B180-882D-8624-6B8789B7C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2E72A-8C0D-41D7-C922-6BD57374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D072D-4913-43E3-82EA-1262D7184B0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1377E-A79A-0D9E-9779-991782EA8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638BF-ECD4-84CE-603A-FBFD0E69D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58EBD-F390-415C-BB29-9FC0B0922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27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6F754-4947-44E7-0E40-C5E2FA08D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A1ED3-DB2C-1A11-9EF7-BA4A89534B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89063-9622-259E-86C9-03DDF1D12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D072D-4913-43E3-82EA-1262D7184B0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6B2D2-85E6-27D6-57CF-4CB0CB72E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6B875-BB45-BD41-5C8B-B367776EB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58EBD-F390-415C-BB29-9FC0B0922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883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F71E8-937F-E7FA-FFAF-958BD1910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2FE11-285B-577C-4510-42DF994256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5AC6F-623A-7E7B-BED7-D2B37A9EC7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2A918-C02A-9943-1655-4A1025DBA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D072D-4913-43E3-82EA-1262D7184B0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6BA819-98C5-0DC0-AAAF-6B9D9823C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54F60B-B6CF-937E-282A-5EA83B028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58EBD-F390-415C-BB29-9FC0B0922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397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12300-AE86-B697-97D1-4C443961B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DA9F6-B6E1-5BE1-2295-8E50966E73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3DDF0-FD7F-C9E9-921E-D4F0A6685A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E05732-636E-A7AC-AE5F-0BFD741E7B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843626-84BD-2DE7-87A2-FEB74B7C8A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12983F-5284-A21E-4AD2-28A594849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D072D-4913-43E3-82EA-1262D7184B0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B951B7-1A8B-B013-8186-3E9DC204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8DFEEB-0E74-25F4-2A58-B233006A0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58EBD-F390-415C-BB29-9FC0B0922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010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98F1E-CEF6-4813-9B3B-09ED5B347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DD2573-5483-0308-5CE8-E827B484A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D072D-4913-43E3-82EA-1262D7184B0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E562CA-7E16-EEBF-9B03-DBC464AED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E700D1-E922-28DC-7FDB-E3D143F40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58EBD-F390-415C-BB29-9FC0B0922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55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5B773A-1698-9CBD-D2D6-E8D157169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D072D-4913-43E3-82EA-1262D7184B0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E8BF0C-AB06-43C7-8DF4-D90ED03F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C19AAE-3DE3-68E0-2CAE-475828724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58EBD-F390-415C-BB29-9FC0B0922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419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A9C6B-BD62-61CD-5E06-C5A863FA1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60D69-93BB-BB0F-D32B-569C8EF66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045E3C-56A3-512D-B90F-3626307DD4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E96FDB-A8E2-BFC5-6EBE-D68563A3C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D072D-4913-43E3-82EA-1262D7184B0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FECB5-8697-B4DD-D679-81CB04F90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C0823-233C-45C5-3575-41CF27C7B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58EBD-F390-415C-BB29-9FC0B0922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24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801ED-B7C9-4F26-B48D-131E53517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D29400-D1E4-49D2-F8E9-52B924C3C8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42B054-54AA-E8C2-5E97-09C4F9FCC4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F3BEE-F674-1259-399D-C1EA2C7D4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D072D-4913-43E3-82EA-1262D7184B0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851878-3D9B-27DE-5D4D-0EDFF1550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85A206-D64F-203F-A63B-7868ED44C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58EBD-F390-415C-BB29-9FC0B0922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236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89A78-1701-626A-9526-8A7E5DFA2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73E27B-8B99-229F-19AE-428D675C44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4135D-AC2D-C6F5-6BB3-E9B12E4E6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D072D-4913-43E3-82EA-1262D7184B0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60C8C-A5E0-14FE-CCB0-6D1B8A8CA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D09DF-D148-680C-C168-36B8F39C3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58EBD-F390-415C-BB29-9FC0B0922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976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6F6C2C-48B4-F4B9-FE96-A181497715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FBE2B3-1976-735C-4FFC-A09836925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71ED20-E050-2E27-E8F1-983D9FBA6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D072D-4913-43E3-82EA-1262D7184B0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383E2-625D-C90C-8E3E-05133FD6D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30F3D-3FB2-9C71-D3A2-C7F41320E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58EBD-F390-415C-BB29-9FC0B0922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734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6836EE-9EDD-84FB-1D91-1EFF78C8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D8ACD-A325-9DCA-2D7B-28DE97671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99EDAC-00B8-4C66-12CE-C266A6004D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1D072D-4913-43E3-82EA-1262D7184B0B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D001A-D48E-99EA-A95D-E0B0FAAA0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36107-961E-D706-CF40-C6F18924F8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458EBD-F390-415C-BB29-9FC0B09224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543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C894808-106E-7FAF-83DE-F639D0C90D38}"/>
              </a:ext>
            </a:extLst>
          </p:cNvPr>
          <p:cNvGrpSpPr/>
          <p:nvPr/>
        </p:nvGrpSpPr>
        <p:grpSpPr>
          <a:xfrm>
            <a:off x="1565943" y="0"/>
            <a:ext cx="9337729" cy="6858000"/>
            <a:chOff x="1565943" y="0"/>
            <a:chExt cx="5252553" cy="3857684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CD0DDE6C-C07F-E118-569B-5C2073382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5943" y="0"/>
              <a:ext cx="5252553" cy="3857684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A589A97-512F-9DBB-C432-ED0BF2BD833A}"/>
                </a:ext>
              </a:extLst>
            </p:cNvPr>
            <p:cNvSpPr txBox="1"/>
            <p:nvPr/>
          </p:nvSpPr>
          <p:spPr>
            <a:xfrm>
              <a:off x="4009709" y="3343600"/>
              <a:ext cx="6062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i="1" dirty="0">
                  <a:solidFill>
                    <a:schemeClr val="bg1"/>
                  </a:solidFill>
                </a:rPr>
                <a:t>51 µm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7B32ED0-D6C2-3842-8F92-72935766E18B}"/>
                </a:ext>
              </a:extLst>
            </p:cNvPr>
            <p:cNvSpPr txBox="1"/>
            <p:nvPr/>
          </p:nvSpPr>
          <p:spPr>
            <a:xfrm rot="5400000">
              <a:off x="5957710" y="1683108"/>
              <a:ext cx="60625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i="1" dirty="0">
                  <a:solidFill>
                    <a:schemeClr val="bg1"/>
                  </a:solidFill>
                </a:rPr>
                <a:t>35 µm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397FE81-45B4-B1E8-6890-95B528921C06}"/>
                </a:ext>
              </a:extLst>
            </p:cNvPr>
            <p:cNvSpPr txBox="1"/>
            <p:nvPr/>
          </p:nvSpPr>
          <p:spPr>
            <a:xfrm rot="1706910">
              <a:off x="6121984" y="3187138"/>
              <a:ext cx="5245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1" i="1" dirty="0">
                  <a:solidFill>
                    <a:schemeClr val="bg1"/>
                  </a:solidFill>
                </a:rPr>
                <a:t>6 µm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33B0FE5-D921-AE7F-3B91-7716033FDF8E}"/>
                </a:ext>
              </a:extLst>
            </p:cNvPr>
            <p:cNvCxnSpPr>
              <a:cxnSpLocks/>
            </p:cNvCxnSpPr>
            <p:nvPr/>
          </p:nvCxnSpPr>
          <p:spPr>
            <a:xfrm>
              <a:off x="1965817" y="3339904"/>
              <a:ext cx="275762" cy="0"/>
            </a:xfrm>
            <a:prstGeom prst="line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C3B9E85-F5CF-3D1C-8948-A9CC4AF88A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61455" y="3080325"/>
              <a:ext cx="0" cy="263274"/>
            </a:xfrm>
            <a:prstGeom prst="line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96A7071-812F-DCFF-64F5-AC75193F49C1}"/>
                </a:ext>
              </a:extLst>
            </p:cNvPr>
            <p:cNvSpPr txBox="1"/>
            <p:nvPr/>
          </p:nvSpPr>
          <p:spPr>
            <a:xfrm>
              <a:off x="1793961" y="3029705"/>
              <a:ext cx="272832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400" b="1" i="1" dirty="0">
                  <a:solidFill>
                    <a:schemeClr val="bg1"/>
                  </a:solidFill>
                </a:rPr>
                <a:t>y</a:t>
              </a:r>
              <a:endParaRPr lang="en-US" sz="1400" b="1" i="1" dirty="0">
                <a:solidFill>
                  <a:schemeClr val="bg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1028529-DA70-D134-045A-7BD285CBEFAB}"/>
                </a:ext>
              </a:extLst>
            </p:cNvPr>
            <p:cNvSpPr txBox="1"/>
            <p:nvPr/>
          </p:nvSpPr>
          <p:spPr>
            <a:xfrm>
              <a:off x="2128950" y="3189711"/>
              <a:ext cx="272832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1400" b="1" i="1" dirty="0">
                  <a:solidFill>
                    <a:schemeClr val="bg1"/>
                  </a:solidFill>
                </a:rPr>
                <a:t>x</a:t>
              </a:r>
              <a:endParaRPr lang="en-US" sz="1400" b="1" i="1" dirty="0">
                <a:solidFill>
                  <a:schemeClr val="bg1"/>
                </a:solidFill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53E33DA-2F6B-0A35-9003-50F5CBAE3C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61455" y="3231489"/>
              <a:ext cx="170702" cy="103571"/>
            </a:xfrm>
            <a:prstGeom prst="line">
              <a:avLst/>
            </a:prstGeom>
            <a:ln w="19050">
              <a:solidFill>
                <a:schemeClr val="bg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91FFBF8-6B47-76AB-B15D-26F2D5584D2C}"/>
                </a:ext>
              </a:extLst>
            </p:cNvPr>
            <p:cNvSpPr txBox="1"/>
            <p:nvPr/>
          </p:nvSpPr>
          <p:spPr>
            <a:xfrm>
              <a:off x="1989139" y="3096608"/>
              <a:ext cx="268022" cy="30777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1400" b="1" i="1" dirty="0">
                  <a:solidFill>
                    <a:schemeClr val="bg1"/>
                  </a:solidFill>
                </a:rPr>
                <a:t>z</a:t>
              </a:r>
              <a:endParaRPr lang="en-US" sz="1400" b="1" i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B86F1ECC-0BE3-DCE5-35E0-D4B59C90F17F}"/>
              </a:ext>
            </a:extLst>
          </p:cNvPr>
          <p:cNvSpPr/>
          <p:nvPr/>
        </p:nvSpPr>
        <p:spPr>
          <a:xfrm>
            <a:off x="3484142" y="2438400"/>
            <a:ext cx="2348505" cy="2348505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FA6CAE-392F-EA6D-1B6F-C752116E23C7}"/>
              </a:ext>
            </a:extLst>
          </p:cNvPr>
          <p:cNvSpPr txBox="1"/>
          <p:nvPr/>
        </p:nvSpPr>
        <p:spPr>
          <a:xfrm>
            <a:off x="3484142" y="2449699"/>
            <a:ext cx="23843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>
                <a:solidFill>
                  <a:schemeClr val="bg1"/>
                </a:solidFill>
                <a:effectLst>
                  <a:glow rad="190500">
                    <a:schemeClr val="tx1">
                      <a:alpha val="40000"/>
                    </a:schemeClr>
                  </a:glow>
                </a:effectLst>
              </a:rPr>
              <a:t>Volume  fraction: 30.0%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3E666E-25FB-C2DC-B636-B17EDDF07558}"/>
              </a:ext>
            </a:extLst>
          </p:cNvPr>
          <p:cNvSpPr txBox="1"/>
          <p:nvPr/>
        </p:nvSpPr>
        <p:spPr>
          <a:xfrm>
            <a:off x="3592236" y="4354598"/>
            <a:ext cx="21323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 i="1">
                <a:solidFill>
                  <a:schemeClr val="bg1"/>
                </a:solidFill>
                <a:effectLst>
                  <a:glow rad="190500">
                    <a:schemeClr val="tx1">
                      <a:alpha val="40000"/>
                    </a:schemeClr>
                  </a:glow>
                </a:effectLst>
              </a:defRPr>
            </a:lvl1pPr>
          </a:lstStyle>
          <a:p>
            <a:r>
              <a:rPr lang="en-US" sz="1600" dirty="0"/>
              <a:t>15 µm x 15 µm x 6 µm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63C2421-79E2-0309-EC4D-D9809FEE7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87648" y="8163014"/>
            <a:ext cx="9775296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F66E50B-9BFF-C3D4-5332-AADC85051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4807" y="8773020"/>
            <a:ext cx="9436069" cy="685800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04D21583-DCBB-72E3-2D3C-0047855C18CC}"/>
              </a:ext>
            </a:extLst>
          </p:cNvPr>
          <p:cNvSpPr/>
          <p:nvPr/>
        </p:nvSpPr>
        <p:spPr>
          <a:xfrm>
            <a:off x="6096000" y="3168649"/>
            <a:ext cx="3062514" cy="1824265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D1B8BF-E854-21F3-74AC-A8630CD3856F}"/>
              </a:ext>
            </a:extLst>
          </p:cNvPr>
          <p:cNvSpPr txBox="1"/>
          <p:nvPr/>
        </p:nvSpPr>
        <p:spPr>
          <a:xfrm>
            <a:off x="6454537" y="3168649"/>
            <a:ext cx="238437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i="1" dirty="0">
                <a:solidFill>
                  <a:schemeClr val="bg1"/>
                </a:solidFill>
                <a:effectLst>
                  <a:glow rad="190500">
                    <a:schemeClr val="tx1">
                      <a:alpha val="40000"/>
                    </a:schemeClr>
                  </a:glow>
                </a:effectLst>
              </a:rPr>
              <a:t>Volume  fraction: 25.2%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3FCBB76-CA69-07DA-C770-5597C505388C}"/>
              </a:ext>
            </a:extLst>
          </p:cNvPr>
          <p:cNvSpPr txBox="1"/>
          <p:nvPr/>
        </p:nvSpPr>
        <p:spPr>
          <a:xfrm>
            <a:off x="6683204" y="4617628"/>
            <a:ext cx="21323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b="1" i="1">
                <a:solidFill>
                  <a:schemeClr val="bg1"/>
                </a:solidFill>
                <a:effectLst>
                  <a:glow rad="190500">
                    <a:schemeClr val="tx1">
                      <a:alpha val="40000"/>
                    </a:schemeClr>
                  </a:glow>
                </a:effectLst>
              </a:defRPr>
            </a:lvl1pPr>
          </a:lstStyle>
          <a:p>
            <a:r>
              <a:rPr lang="en-US" sz="1600" dirty="0"/>
              <a:t>20 µm x 12 µm x 6 µm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5439DD5-E7D2-DC42-A461-AA2345DADFCC}"/>
              </a:ext>
            </a:extLst>
          </p:cNvPr>
          <p:cNvSpPr txBox="1"/>
          <p:nvPr/>
        </p:nvSpPr>
        <p:spPr>
          <a:xfrm>
            <a:off x="4853509" y="806131"/>
            <a:ext cx="31914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i="1" dirty="0">
                <a:solidFill>
                  <a:schemeClr val="bg1"/>
                </a:solidFill>
                <a:effectLst>
                  <a:glow rad="190500">
                    <a:schemeClr val="tx1">
                      <a:alpha val="40000"/>
                    </a:schemeClr>
                  </a:glow>
                </a:effectLst>
              </a:rPr>
              <a:t>Average volume fraction</a:t>
            </a:r>
            <a:r>
              <a:rPr lang="en-US" sz="1600" b="1" i="1" dirty="0">
                <a:solidFill>
                  <a:schemeClr val="bg1"/>
                </a:solidFill>
                <a:effectLst>
                  <a:glow rad="190500">
                    <a:schemeClr val="tx1">
                      <a:alpha val="40000"/>
                    </a:schemeClr>
                  </a:glow>
                </a:effectLst>
              </a:rPr>
              <a:t>: 28</a:t>
            </a:r>
            <a:r>
              <a:rPr lang="en-US" altLang="zh-CN" sz="1600" b="1" i="1" dirty="0">
                <a:solidFill>
                  <a:schemeClr val="bg1"/>
                </a:solidFill>
                <a:effectLst>
                  <a:glow rad="190500">
                    <a:schemeClr val="tx1">
                      <a:alpha val="40000"/>
                    </a:schemeClr>
                  </a:glow>
                </a:effectLst>
              </a:rPr>
              <a:t>±2</a:t>
            </a:r>
            <a:r>
              <a:rPr lang="en-US" sz="1600" b="1" i="1" dirty="0">
                <a:solidFill>
                  <a:schemeClr val="bg1"/>
                </a:solidFill>
                <a:effectLst>
                  <a:glow rad="190500">
                    <a:schemeClr val="tx1">
                      <a:alpha val="40000"/>
                    </a:schemeClr>
                  </a:glow>
                </a:effectLst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9537445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Widescreen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Wande Cairang</dc:creator>
  <cp:lastModifiedBy>Wande Cairang</cp:lastModifiedBy>
  <cp:revision>1</cp:revision>
  <dcterms:created xsi:type="dcterms:W3CDTF">2026-06-23T07:00:05Z</dcterms:created>
  <dcterms:modified xsi:type="dcterms:W3CDTF">2026-06-23T07:00:28Z</dcterms:modified>
</cp:coreProperties>
</file>