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3834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BE23-2EE8-2589-1D5C-07DB52CF2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7F3BC-C0D4-16B3-CA0C-6E7628BC8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456CA-6FDC-E0EB-05F0-7A7ECD7E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6D078-7D36-BF1B-1EB4-45FDD6E5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492F5-0BA6-5809-1BA3-8CB31001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9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7408-15F5-93E2-34DD-C155BA83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66AF-0582-14B1-F71A-2AFB0D73B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523DA-CCD6-B5CF-FED8-BEEC44D3F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8BB76-1F67-A3E6-F2C6-8DDC0C429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9CAA-220C-9954-DE22-04BDE09A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6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13D39-9E9B-7E8A-D0AE-544A4592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7FF9B-FB2C-33C0-23C3-B6B9857AE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D92A7-1DEA-D85B-2C1A-4178F289A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FCE40-167C-4205-1185-C92CD944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DFC7E-7420-6155-29D3-B1E33815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5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17914-957F-B21E-AB4E-F138E844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A21C1-E117-4021-AE89-B1D54EC5F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B4B68-4DC2-14EE-9AA0-C5834E11E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76531-562E-E14F-33D0-F9562EC5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9548B-8994-6F8F-2537-5F16C602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7957F-03D8-E6E5-2C20-68C01EA3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8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E128F-2A2E-F669-19FA-D036DB50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20C1B-AB9B-328F-B2F7-66F6A7578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8B613-5AD0-DF26-C631-3A150F7E8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6658DA-20B3-FE84-DD48-92859C414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3103D-AFD1-65F6-351F-C6A533721D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32EA2-F194-1541-CA94-A70892F95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16A2D-5F6B-3290-EAC5-29102004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977F9-84D2-B303-E5F9-B2A37EC9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1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1C85-75D8-F086-0754-74829BE4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DC35D-00AC-EE25-BAC9-C766EDE2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64C02-8E4C-9531-F08C-C0012166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B90D5-3C04-61C5-F238-64FAAFA8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7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5A0B1-2535-7421-4982-96A74D7BB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35C6A-B2BF-D227-62B5-966BBF3C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E49B4-C401-0665-7480-4CEFF4F7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1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F653-43CA-0320-9389-92DEAA2C8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187E2-A85B-6335-9F1C-7E084D62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AF125B-9370-99DF-956E-87FD8AEA3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4E830-D3C7-0326-9F1F-BBB7E0B7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B2D48-4745-E023-2418-80329A62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13EEE-47E3-329F-0DBD-FE077493B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60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0CEE9-C548-4F50-2429-1BA05729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50469-4220-3084-603D-762505110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2D571-F53F-FFC4-A1EE-96BED9997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B6E79-64E5-5F04-E511-4A0ED96CC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B8D2B-4A8B-9BEF-F519-0C063B251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8D8AB-AAF1-D8C5-3F0D-A02F90E3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4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50DD-396A-2514-D5C1-EE006C569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8047D-471C-DDF3-2C11-2604CF61E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E1C05-5AE4-0609-C394-52DD342B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3687E-154B-234D-76EE-00BA22013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B8C2B-C131-9CA5-EF26-7BB7E931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8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2B51DE-0A7A-9BC3-D539-2F3AFC9AB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13538-4674-D4CC-3935-D9B0DB2BE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90751-A9D8-EEB1-64C5-40CCF9D81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1F005-C28A-76DC-BE81-A883AA2CD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BB29B-65F5-2D35-C8D0-A308E422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4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1B48D7-0ED1-63A7-80D1-33DE9DF0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31254-EFB3-4296-28D5-F059B9BD2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1A0D0-391C-625B-4E9C-0E84525E33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5FC1B-C080-4AEC-9033-80A4B12CF0E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10E22-3DE0-E76B-0FD4-00FF83071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437E8-F59E-E3FE-1DDD-8CCEC4E33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CB362B-7511-4883-B850-AAE90850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4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0C8ACA0E-E413-6F84-9FA1-2CC62C9E2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06" y="15687"/>
            <a:ext cx="10680568" cy="68514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BC8FB3-ADF9-DF75-0DC1-DCEC3D05216C}"/>
              </a:ext>
            </a:extLst>
          </p:cNvPr>
          <p:cNvSpPr/>
          <p:nvPr/>
        </p:nvSpPr>
        <p:spPr>
          <a:xfrm>
            <a:off x="2282522" y="780529"/>
            <a:ext cx="2268599" cy="226859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6B7E7F-AB80-6100-C5A3-FA5C969CA34B}"/>
              </a:ext>
            </a:extLst>
          </p:cNvPr>
          <p:cNvSpPr/>
          <p:nvPr/>
        </p:nvSpPr>
        <p:spPr>
          <a:xfrm>
            <a:off x="5107750" y="780529"/>
            <a:ext cx="2268599" cy="226859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BDCCD6-BE33-1877-B513-79E07734625A}"/>
              </a:ext>
            </a:extLst>
          </p:cNvPr>
          <p:cNvSpPr/>
          <p:nvPr/>
        </p:nvSpPr>
        <p:spPr>
          <a:xfrm>
            <a:off x="7727474" y="780528"/>
            <a:ext cx="2268599" cy="226859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A5B058-AC05-4884-704E-3B8164D088F7}"/>
              </a:ext>
            </a:extLst>
          </p:cNvPr>
          <p:cNvSpPr/>
          <p:nvPr/>
        </p:nvSpPr>
        <p:spPr>
          <a:xfrm>
            <a:off x="2282521" y="3156500"/>
            <a:ext cx="2268599" cy="226859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FDB4D-AEA6-9549-42CD-C8FBDAB2A68D}"/>
              </a:ext>
            </a:extLst>
          </p:cNvPr>
          <p:cNvSpPr txBox="1"/>
          <p:nvPr/>
        </p:nvSpPr>
        <p:spPr>
          <a:xfrm>
            <a:off x="2374996" y="2646419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dirty="0"/>
              <a:t>8 µm x 8 µm x 6 µm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D9E8DE-BCC5-67EC-83EE-9B44A6AFAD02}"/>
              </a:ext>
            </a:extLst>
          </p:cNvPr>
          <p:cNvSpPr txBox="1"/>
          <p:nvPr/>
        </p:nvSpPr>
        <p:spPr>
          <a:xfrm>
            <a:off x="5178296" y="2658104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dirty="0"/>
              <a:t>8 µm x 8 µm x 6 µm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56E809-A6E8-47E7-C952-A501AD3CBD0A}"/>
              </a:ext>
            </a:extLst>
          </p:cNvPr>
          <p:cNvSpPr txBox="1"/>
          <p:nvPr/>
        </p:nvSpPr>
        <p:spPr>
          <a:xfrm>
            <a:off x="7862219" y="2626965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dirty="0"/>
              <a:t>8 µm x 8 µm x 6 µm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43838D-8FFA-AB95-2A90-28DECA5C181A}"/>
              </a:ext>
            </a:extLst>
          </p:cNvPr>
          <p:cNvSpPr txBox="1"/>
          <p:nvPr/>
        </p:nvSpPr>
        <p:spPr>
          <a:xfrm>
            <a:off x="2374995" y="5055767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dirty="0"/>
              <a:t>8 µm x 8 µm x 6 µm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05ADE8-F1BC-DE21-7144-B2403AE29AC9}"/>
              </a:ext>
            </a:extLst>
          </p:cNvPr>
          <p:cNvCxnSpPr>
            <a:cxnSpLocks/>
          </p:cNvCxnSpPr>
          <p:nvPr/>
        </p:nvCxnSpPr>
        <p:spPr>
          <a:xfrm>
            <a:off x="1273212" y="6091672"/>
            <a:ext cx="348491" cy="5522"/>
          </a:xfrm>
          <a:prstGeom prst="line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5515A92-144F-F243-3C22-CB48E99A7035}"/>
              </a:ext>
            </a:extLst>
          </p:cNvPr>
          <p:cNvCxnSpPr>
            <a:cxnSpLocks/>
          </p:cNvCxnSpPr>
          <p:nvPr/>
        </p:nvCxnSpPr>
        <p:spPr>
          <a:xfrm flipV="1">
            <a:off x="1287907" y="5777473"/>
            <a:ext cx="0" cy="319721"/>
          </a:xfrm>
          <a:prstGeom prst="line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2157A9D-25CE-42E4-379D-FB153F7B3644}"/>
              </a:ext>
            </a:extLst>
          </p:cNvPr>
          <p:cNvSpPr txBox="1"/>
          <p:nvPr/>
        </p:nvSpPr>
        <p:spPr>
          <a:xfrm>
            <a:off x="1027050" y="5623584"/>
            <a:ext cx="272832" cy="30777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</a:rPr>
              <a:t>y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45EC4C-192E-8FF0-7D4B-1EE0492245D9}"/>
              </a:ext>
            </a:extLst>
          </p:cNvPr>
          <p:cNvSpPr txBox="1"/>
          <p:nvPr/>
        </p:nvSpPr>
        <p:spPr>
          <a:xfrm>
            <a:off x="1537202" y="6012357"/>
            <a:ext cx="272832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</a:rPr>
              <a:t>x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4A11F66-757C-51E5-FE2F-4292B13AE1A7}"/>
              </a:ext>
            </a:extLst>
          </p:cNvPr>
          <p:cNvCxnSpPr>
            <a:cxnSpLocks/>
          </p:cNvCxnSpPr>
          <p:nvPr/>
        </p:nvCxnSpPr>
        <p:spPr>
          <a:xfrm flipV="1">
            <a:off x="1287907" y="5937334"/>
            <a:ext cx="263724" cy="150047"/>
          </a:xfrm>
          <a:prstGeom prst="line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7F68373-B9EF-6C60-2F2E-14AA216610B6}"/>
              </a:ext>
            </a:extLst>
          </p:cNvPr>
          <p:cNvSpPr txBox="1"/>
          <p:nvPr/>
        </p:nvSpPr>
        <p:spPr>
          <a:xfrm>
            <a:off x="1379810" y="5685322"/>
            <a:ext cx="268022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</a:rPr>
              <a:t>z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10558-CCD8-1003-D9DB-7B1B152E37B9}"/>
              </a:ext>
            </a:extLst>
          </p:cNvPr>
          <p:cNvSpPr txBox="1"/>
          <p:nvPr/>
        </p:nvSpPr>
        <p:spPr>
          <a:xfrm>
            <a:off x="2208841" y="865820"/>
            <a:ext cx="2384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sz="1600" dirty="0"/>
              <a:t>Volume</a:t>
            </a:r>
            <a:r>
              <a:rPr lang="zh-CN" altLang="en-US" sz="1600" dirty="0"/>
              <a:t> </a:t>
            </a:r>
            <a:r>
              <a:rPr lang="en-US" altLang="zh-CN" sz="1600" dirty="0"/>
              <a:t>fraction: 32.5% 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6DD16F-ADCB-4821-992C-4C78310A9121}"/>
              </a:ext>
            </a:extLst>
          </p:cNvPr>
          <p:cNvSpPr txBox="1"/>
          <p:nvPr/>
        </p:nvSpPr>
        <p:spPr>
          <a:xfrm>
            <a:off x="6706357" y="5240433"/>
            <a:ext cx="361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A</a:t>
            </a:r>
            <a:r>
              <a:rPr lang="en-US" altLang="zh-CN" b="1" i="1" dirty="0">
                <a:solidFill>
                  <a:schemeClr val="bg1"/>
                </a:solidFill>
              </a:rPr>
              <a:t>verage</a:t>
            </a:r>
            <a:r>
              <a:rPr lang="zh-CN" altLang="en-US" b="1" i="1" dirty="0">
                <a:solidFill>
                  <a:schemeClr val="bg1"/>
                </a:solidFill>
              </a:rPr>
              <a:t> </a:t>
            </a:r>
            <a:r>
              <a:rPr lang="en-US" altLang="zh-CN" b="1" i="1" dirty="0">
                <a:solidFill>
                  <a:schemeClr val="bg1"/>
                </a:solidFill>
              </a:rPr>
              <a:t>volume fraction: 31±2% 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6DF4B6-150D-74DD-B1DD-6C926FC4AB6A}"/>
              </a:ext>
            </a:extLst>
          </p:cNvPr>
          <p:cNvSpPr txBox="1"/>
          <p:nvPr/>
        </p:nvSpPr>
        <p:spPr>
          <a:xfrm>
            <a:off x="5107750" y="865820"/>
            <a:ext cx="2384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sz="1600" dirty="0"/>
              <a:t>Volume</a:t>
            </a:r>
            <a:r>
              <a:rPr lang="zh-CN" altLang="en-US" sz="1600" dirty="0"/>
              <a:t> </a:t>
            </a:r>
            <a:r>
              <a:rPr lang="en-US" altLang="zh-CN" sz="1600" dirty="0"/>
              <a:t>fraction: 29.5% 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A3F25F-D68B-13D1-7205-814AE8F6F654}"/>
              </a:ext>
            </a:extLst>
          </p:cNvPr>
          <p:cNvSpPr txBox="1"/>
          <p:nvPr/>
        </p:nvSpPr>
        <p:spPr>
          <a:xfrm>
            <a:off x="2250342" y="3203475"/>
            <a:ext cx="2384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sz="1600" dirty="0"/>
              <a:t>Volume</a:t>
            </a:r>
            <a:r>
              <a:rPr lang="zh-CN" altLang="en-US" sz="1600" dirty="0"/>
              <a:t> </a:t>
            </a:r>
            <a:r>
              <a:rPr lang="en-US" altLang="zh-CN" sz="1600" dirty="0"/>
              <a:t>fraction: 28.4% 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29B702-B851-D724-560F-F379CB32B040}"/>
              </a:ext>
            </a:extLst>
          </p:cNvPr>
          <p:cNvSpPr txBox="1"/>
          <p:nvPr/>
        </p:nvSpPr>
        <p:spPr>
          <a:xfrm>
            <a:off x="7703561" y="865820"/>
            <a:ext cx="2384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sz="1600" dirty="0"/>
              <a:t>Volume</a:t>
            </a:r>
            <a:r>
              <a:rPr lang="zh-CN" altLang="en-US" sz="1600" dirty="0"/>
              <a:t> </a:t>
            </a:r>
            <a:r>
              <a:rPr lang="en-US" altLang="zh-CN" sz="1600" dirty="0"/>
              <a:t>fraction: 32.4%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24135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Wande Cairang</dc:creator>
  <cp:lastModifiedBy>Wande Cairang</cp:lastModifiedBy>
  <cp:revision>1</cp:revision>
  <dcterms:created xsi:type="dcterms:W3CDTF">2026-06-23T06:59:05Z</dcterms:created>
  <dcterms:modified xsi:type="dcterms:W3CDTF">2026-06-23T06:59:39Z</dcterms:modified>
</cp:coreProperties>
</file>